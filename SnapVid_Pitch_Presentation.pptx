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4062984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749808"/>
            <a:ext cx="406298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749808"/>
            <a:ext cx="406298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91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Snapdragon AI Lab Challenge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4630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4630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8BDF8"/>
                </a:solidFill>
                <a:latin typeface="Calibri"/>
              </a:rPr>
              <a:t>Offline Agentic AI Video Maker · On-Device Snapdragon NPU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  <a:latin typeface="Calibri"/>
              </a:rPr>
              <a:t>Turning a plain-text prompt into a polished, narrated, animated video
— in under 60 seconds — with zero cloud, zero subscription, zero internet.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572000"/>
            <a:ext cx="3200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  <a:latin typeface="Calibri"/>
              </a:rPr>
              <a:t>github.com/GoDxVictoryRR/snapvid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572000"/>
            <a:ext cx="3200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MIT Open Source · Free Forever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572000"/>
            <a:ext cx="3200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74 / 74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4062984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749808"/>
            <a:ext cx="406298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749808"/>
            <a:ext cx="406298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91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Snapdragon AI Lab Challenge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2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914400"/>
            <a:ext cx="36576" cy="5303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Calibri"/>
              </a:rPr>
              <a:t>Professional explainer videos are expensive, cloud-locked, and privacy-invasive.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47472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43F5E"/>
                </a:solidFill>
                <a:latin typeface="Calibri"/>
              </a:rPr>
              <a:t>₹5,000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Min cost per HeyGen / Synthesia video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920240"/>
            <a:ext cx="347472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9E0B"/>
                </a:solidFill>
                <a:latin typeface="Calibri"/>
              </a:rPr>
              <a:t>0 Mbps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Reliable internet in rural Indian classrooms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920240"/>
            <a:ext cx="347472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920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43F5E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Of cloud tools upload your private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74720"/>
            <a:ext cx="228600" cy="320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747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Educators, coaches, and small businesses need video content but cannot afford cloud video tools.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95928"/>
            <a:ext cx="2286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959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Snapdragon X Elite laptops have NPU horsepower — but no tool uses it for offline video creation.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17136"/>
            <a:ext cx="22860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1713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Privacy matters — lecture notes, trade secrets, and student data should never leave the device.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38344"/>
            <a:ext cx="2286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38344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Bandwidth is scarce — offline-first tools are essential for Tier-2/3 cities and remote areas.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4062984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749808"/>
            <a:ext cx="406298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749808"/>
            <a:ext cx="406298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91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Snapdragon AI Lab Challenge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3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914400"/>
            <a:ext cx="36576" cy="5303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Calibri"/>
              </a:rPr>
              <a:t>SnapVid — One prompt. 60 seconds. One polished video. No cloud.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5303520" cy="4389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🖥️  Browser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4144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Dark-mode studio with live SSE agent logs, settings, history &amp; video player.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64408"/>
            <a:ext cx="50292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⌨️ 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python run.py "topic"  — headless, scriptable, batch-ready.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81728"/>
            <a:ext cx="502920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🐍  Python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7608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from snapreel.planner import generate  — importable in any application.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920240"/>
            <a:ext cx="5943600" cy="4389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965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it works: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423160"/>
            <a:ext cx="256032" cy="2560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42316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B13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2441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User types a topic in plain English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962656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96265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B13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29809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Scene Planner Agent generates JSON script via NPU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502152"/>
            <a:ext cx="256032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50215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B13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3520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Self-healing validator checks and repairs JSON (3 retries)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041648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0416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B13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405993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Quality Critic Agent reviews pacing &amp; narration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581144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58114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B13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459943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Kokoro TTS synthesises audio — word-level caption sync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120640"/>
            <a:ext cx="256032" cy="2560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12064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B13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513892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Pure-Python renderer draws animated frames at 30 FPS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660136"/>
            <a:ext cx="256032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566013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80B13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56784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FFmpeg muxes video + audio → MP4 in ~30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4062984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749808"/>
            <a:ext cx="406298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749808"/>
            <a:ext cx="406298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91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Snapdragon AI Lab Challenge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4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914400"/>
            <a:ext cx="36576" cy="5303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Calibri"/>
              </a:rPr>
              <a:t>Two-agent pipeline · Pure Python · Zero Node.js · Zero cloud runtime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116128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3852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93852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938527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13432"/>
            <a:ext cx="116128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350008"/>
            <a:ext cx="116128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1401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8BDF8"/>
                </a:solidFill>
                <a:latin typeface="Calibri"/>
              </a:rPr>
              <a:t>LLM Inference (NPU)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1401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Qualcomm GenieX · Hexagon NPU · w4a16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414015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OpenAI-compatible · auto-selected by provider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25496"/>
            <a:ext cx="116128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88950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8BDF8"/>
                </a:solidFill>
                <a:latin typeface="Calibri"/>
              </a:rPr>
              <a:t>Agent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88950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Scene Planner + Quality Critic · Pydantic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889503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JSON validation · self-healing · SSE stream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00984"/>
            <a:ext cx="116128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3649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8BDF8"/>
                </a:solidFill>
                <a:latin typeface="Calibri"/>
              </a:rPr>
              <a:t>Frame Renderer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36499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Pillow ≥10 · NumPy · 1280×720 @ 30 FPS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36499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10 animated templates · easing curves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76472"/>
            <a:ext cx="116128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8BDF8"/>
                </a:solidFill>
                <a:latin typeface="Calibri"/>
              </a:rPr>
              <a:t>Transitions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Pure-Python compositor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840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Fade · slide · zoom-in · cross-dissolve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251960"/>
            <a:ext cx="116128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3159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8BDF8"/>
                </a:solidFill>
                <a:latin typeface="Calibri"/>
              </a:rPr>
              <a:t>TTS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3159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Kokoro 82M → Edge TTS → SAPI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3159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Auto-selected · word-level captions · fully offline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727448"/>
            <a:ext cx="116128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7914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8BDF8"/>
                </a:solidFill>
                <a:latin typeface="Calibri"/>
              </a:rPr>
              <a:t>Video Mux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47914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imageio-ffmpeg (bundled)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79145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No system ffmpeg · H.264 + AAC MP4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202936"/>
            <a:ext cx="1161288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2669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8BDF8"/>
                </a:solidFill>
                <a:latin typeface="Calibri"/>
              </a:rPr>
              <a:t>Web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52669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FastAPI · SSE · HTML/CSS/JS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26694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Live agent log · settings · history · player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678424"/>
            <a:ext cx="116128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742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8BDF8"/>
                </a:solidFill>
                <a:latin typeface="Calibri"/>
              </a:rPr>
              <a:t>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5742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pytest · 74 tests · 100% passing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74243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Schema · LLM · renderer · TTS · server · NPU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4062984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749808"/>
            <a:ext cx="406298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749808"/>
            <a:ext cx="406298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91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Snapdragon AI Lab Challenge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5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914400"/>
            <a:ext cx="36576" cy="5303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Snapdragon NPU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Calibri"/>
              </a:rPr>
              <a:t>Verified on Snapdragon X Elite CRD via Qualcomm AI Hub · GenieX w4a16 quantization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265176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C4899"/>
                </a:solidFill>
                <a:latin typeface="Calibri"/>
              </a:rPr>
              <a:t>~22.4tok/s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Tokens / Sec on
Hexagon NPU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920240"/>
            <a:ext cx="265176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0B981"/>
                </a:solidFill>
                <a:latin typeface="Calibri"/>
              </a:rPr>
              <a:t>~30s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880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Full 60-sec video
End-to-End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920240"/>
            <a:ext cx="265176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59E0B"/>
                </a:solidFill>
                <a:latin typeface="Calibri"/>
              </a:rPr>
              <a:t>2×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880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Faster than
Real-Time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920240"/>
            <a:ext cx="2651760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9202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8BDF8"/>
                </a:solidFill>
                <a:latin typeface="Calibri"/>
              </a:rPr>
              <a:t>0cloud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880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Zero internet
required at runtime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57600"/>
            <a:ext cx="3246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Pipeline Stage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3657600"/>
            <a:ext cx="3246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3703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Hardware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3657600"/>
            <a:ext cx="2514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370332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3657600"/>
            <a:ext cx="21488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370332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Throughput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096512"/>
            <a:ext cx="1161288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160520"/>
            <a:ext cx="3246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Qwen3-4B Scene Planner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4160520"/>
            <a:ext cx="3246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Hexagon NPU (GenieX w4a16)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4160520"/>
            <a:ext cx="2514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420624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~2.1 s / script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4160520"/>
            <a:ext cx="21488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6960" y="420624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~22.4 tok/s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663440"/>
            <a:ext cx="32461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7091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Kokoro TTS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0" y="4663440"/>
            <a:ext cx="32461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470915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CPU ARM64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4663440"/>
            <a:ext cx="2514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4709159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~1.8 s / scene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4663440"/>
            <a:ext cx="21488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66960" y="4709159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Real-time ×1.4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166360"/>
            <a:ext cx="3246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  <a:latin typeface="Calibri"/>
              </a:rPr>
              <a:t>Pillow Frame Renderer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0" y="5166360"/>
            <a:ext cx="324612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3192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CPU ARM64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5166360"/>
            <a:ext cx="2514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0" y="521208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~0.6 s / scene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75520" y="5166360"/>
            <a:ext cx="21488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66960" y="521208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30 FPS native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669280"/>
            <a:ext cx="32461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715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Full Pipeline (60 s video)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40480" y="5669280"/>
            <a:ext cx="32461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31920" y="5715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Snapdragon X Elite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760" y="5669280"/>
            <a:ext cx="25146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0" y="57150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~30 s total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75520" y="5669280"/>
            <a:ext cx="21488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66960" y="571500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2× Real-Time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4062984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749808"/>
            <a:ext cx="406298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749808"/>
            <a:ext cx="406298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91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Snapdragon AI Lab Challenge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6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914400"/>
            <a:ext cx="36576" cy="5303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Calibri"/>
              </a:rPr>
              <a:t>SnapVid wins on every axis that matters for offline, privacy-first video creation.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32461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38527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874519"/>
            <a:ext cx="297180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938527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C4899"/>
                </a:solidFill>
                <a:latin typeface="Calibri"/>
              </a:rPr>
              <a:t>SnapVid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1874519"/>
            <a:ext cx="26974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79" y="193852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HeyGen / Synthesia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874519"/>
            <a:ext cx="22402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19" y="193852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Manim / Remotion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31720"/>
            <a:ext cx="11612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386584"/>
            <a:ext cx="324612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450591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Offline / No internet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386584"/>
            <a:ext cx="2971800" cy="475488"/>
          </a:xfrm>
          <a:prstGeom prst="rect">
            <a:avLst/>
          </a:prstGeom>
          <a:solidFill>
            <a:srgbClr val="07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2450591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 Full NPU 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386584"/>
            <a:ext cx="26974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79" y="24505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3F5E"/>
                </a:solidFill>
                <a:latin typeface="Calibri"/>
              </a:rPr>
              <a:t>❌  Cloud required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386584"/>
            <a:ext cx="22402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245059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Calibri"/>
              </a:rPr>
              <a:t>⚠️  Partial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98648"/>
            <a:ext cx="32461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626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Cost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2898648"/>
            <a:ext cx="2971800" cy="475488"/>
          </a:xfrm>
          <a:prstGeom prst="rect">
            <a:avLst/>
          </a:prstGeom>
          <a:solidFill>
            <a:srgbClr val="07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2962656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Free · MIT Open 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2898648"/>
            <a:ext cx="26974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79" y="29626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$24–$119 / month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2898648"/>
            <a:ext cx="22402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19" y="29626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Free (expert setup)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410712"/>
            <a:ext cx="324612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4747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Privacy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410712"/>
            <a:ext cx="2971800" cy="475488"/>
          </a:xfrm>
          <a:prstGeom prst="rect">
            <a:avLst/>
          </a:prstGeom>
          <a:solidFill>
            <a:srgbClr val="07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0" y="347472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 Data never leaves device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3410712"/>
            <a:ext cx="26974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79" y="3474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3F5E"/>
                </a:solidFill>
                <a:latin typeface="Calibri"/>
              </a:rPr>
              <a:t>❌  Uploads your content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3410712"/>
            <a:ext cx="22402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19" y="3474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✅  Local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922776"/>
            <a:ext cx="32461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98678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Setup time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3922776"/>
            <a:ext cx="2971800" cy="475488"/>
          </a:xfrm>
          <a:prstGeom prst="rect">
            <a:avLst/>
          </a:prstGeom>
          <a:solidFill>
            <a:srgbClr val="07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0" y="3986784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pip install + 1 command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3922776"/>
            <a:ext cx="26974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79" y="39867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Account + subscription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84080" y="3922776"/>
            <a:ext cx="22402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19" y="398678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Hours (LaTeX/Node)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434840"/>
            <a:ext cx="324612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4988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60 s video speed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4434840"/>
            <a:ext cx="2971800" cy="475488"/>
          </a:xfrm>
          <a:prstGeom prst="rect">
            <a:avLst/>
          </a:prstGeom>
          <a:solidFill>
            <a:srgbClr val="07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4498848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~30 s on Snapdragon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4434840"/>
            <a:ext cx="26974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40879" y="44988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Minutes (cloud queue)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84080" y="4434840"/>
            <a:ext cx="22402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75519" y="44988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3F5E"/>
                </a:solidFill>
                <a:latin typeface="Calibri"/>
              </a:rPr>
              <a:t>❌  Hours to compile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946904"/>
            <a:ext cx="324612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0109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Snapdragon NPU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0" y="4946904"/>
            <a:ext cx="2971800" cy="475488"/>
          </a:xfrm>
          <a:prstGeom prst="rect">
            <a:avLst/>
          </a:prstGeom>
          <a:solidFill>
            <a:srgbClr val="07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31920" y="5010912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 Hexagon NPU via GenieX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9440" y="4946904"/>
            <a:ext cx="26974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40879" y="5010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3F5E"/>
                </a:solidFill>
                <a:latin typeface="Calibri"/>
              </a:rPr>
              <a:t>❌  None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84080" y="4946904"/>
            <a:ext cx="2240280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75519" y="50109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3F5E"/>
                </a:solidFill>
                <a:latin typeface="Calibri"/>
              </a:rPr>
              <a:t>❌  None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5458968"/>
            <a:ext cx="324612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5229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API / CLI access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0" y="5458968"/>
            <a:ext cx="2971800" cy="475488"/>
          </a:xfrm>
          <a:prstGeom prst="rect">
            <a:avLst/>
          </a:prstGeom>
          <a:solidFill>
            <a:srgbClr val="07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31920" y="5522976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 Browser + CLI + Python API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9440" y="5458968"/>
            <a:ext cx="26974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40879" y="55229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Web only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84080" y="5458968"/>
            <a:ext cx="2240280" cy="4754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75519" y="55229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Script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4062984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749808"/>
            <a:ext cx="406298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749808"/>
            <a:ext cx="406298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91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Snapdragon AI Lab Challenge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7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914400"/>
            <a:ext cx="36576" cy="53035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Innovations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Calibri"/>
              </a:rPr>
              <a:t>Six technical breakthroughs that make SnapVid uniquely powerful.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557784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73152" cy="1463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11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🔁  Self-Healing JSON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45059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Invalid LLM output triggers automatic repair prompt loop — up to 3 retries — before failing gracefully.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20240"/>
            <a:ext cx="557784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920240"/>
            <a:ext cx="73152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🎙️  Audio-First Rendering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5059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Narration synthesised first; scene durations reconciled to audio — guaranteeing perfect A/V sync.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40"/>
            <a:ext cx="557784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20440"/>
            <a:ext cx="73152" cy="1463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📝  Word-Level Caption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50791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On-screen captions timed to individual word offsets — karaoke-style display on every frame.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520440"/>
            <a:ext cx="557784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520440"/>
            <a:ext cx="73152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611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🤖  Two-Agent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50791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Scene Planner generates content; Quality Critic independently reviews pacing &amp; narration before render.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20640"/>
            <a:ext cx="557784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12064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1207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🎞️  Animated Transitions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5099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Smooth fade, slide, zoom-in, and cross-dissolve composited in pure Python between every scene.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120640"/>
            <a:ext cx="5577840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5120640"/>
            <a:ext cx="73152" cy="146304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21207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3F5E"/>
                </a:solidFill>
                <a:latin typeface="Calibri"/>
              </a:rPr>
              <a:t>⚡  Live-Config from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65099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LLM provider, model, API key, voice, and video format all switchable live — zero code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4062984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749808"/>
            <a:ext cx="406298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749808"/>
            <a:ext cx="406298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91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Snapdragon AI Lab Challenge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8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914400"/>
            <a:ext cx="36576" cy="5303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Target Users &amp; Real-World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Calibri"/>
              </a:rPr>
              <a:t>SnapVid democratises professional video creation for the next billion users.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3657600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3657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057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60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  <a:latin typeface="Calibri"/>
              </a:rPr>
              <a:t>School &amp; Coaching Teachers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9923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Generate curriculum explainer videos for offline classrooms. Zero cost. Zero internet.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920240"/>
            <a:ext cx="3657600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920240"/>
            <a:ext cx="36576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057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560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YouTube Educators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9923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Rapid STEM tutorial drafts without a recording studio or subscription.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920240"/>
            <a:ext cx="3657600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1920240"/>
            <a:ext cx="3657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057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560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Corporate L&amp;D Teams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99923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Internal training modules — content stays 100% on-device.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60520"/>
            <a:ext cx="3657600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16052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97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🛍️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800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Small Business Owners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23951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Product explainers in local language, offline, built in 60 seconds at zero cost.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4160520"/>
            <a:ext cx="3657600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416052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297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👨‍💻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800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Developers &amp; Data Scientists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523951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Automated documentation, concept visualisation, API-first video generation.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4160520"/>
            <a:ext cx="3657600" cy="2011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21040" y="4160520"/>
            <a:ext cx="365760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4297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800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3F5E"/>
                </a:solidFill>
                <a:latin typeface="Calibri"/>
              </a:rPr>
              <a:t>NGOs &amp; Rural Education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523951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Offline video content for areas with no reliable internet — runs on battery power.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4062984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749808"/>
            <a:ext cx="406298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749808"/>
            <a:ext cx="406298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91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Snapdragon AI Lab Challenge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9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914400"/>
            <a:ext cx="36576" cy="5303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868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 &amp; Quick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17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Calibri"/>
              </a:rPr>
              <a:t>Fully open source · MIT License · github.com/GoDxVictoryRR/snapvid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20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Core Stack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3200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682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C4899"/>
                </a:solidFill>
                <a:latin typeface="Calibri"/>
              </a:rPr>
              <a:t>Python 3.11+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331720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2368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Runtime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52344"/>
            <a:ext cx="3200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788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Calibri"/>
              </a:rPr>
              <a:t>Qualcomm GenieX · Hexagon NPU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2752344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LLM Inference (NPU)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72968"/>
            <a:ext cx="3200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95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Ollama / llama.cpp / OpenAI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3172968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32095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LLM Fallback / Cloud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93591"/>
            <a:ext cx="3200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30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Pillow ≥10 · NumPy ≥1.26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3593591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3630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Frame 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14215"/>
            <a:ext cx="3200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5079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imageio-ffmpeg (bundled)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4014215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40507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Video Encoding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34840"/>
            <a:ext cx="3200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47141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C4899"/>
                </a:solidFill>
                <a:latin typeface="Calibri"/>
              </a:rPr>
              <a:t>Kokoro 82M · Edge TTS · SAPI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4434840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0" y="4471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Text-to-Speech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55464"/>
            <a:ext cx="3200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892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  <a:latin typeface="Calibri"/>
              </a:rPr>
              <a:t>Pydantic v2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4855464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Schema Validation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276088"/>
            <a:ext cx="3200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3126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Calibri"/>
              </a:rPr>
              <a:t>FastAPI + SSE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39" y="5276088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0" y="5312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Web Server / API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696712"/>
            <a:ext cx="3200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733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HTML5 / CSS3 / JS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5696712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0" y="57332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Frontend (Aurora UI)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117336"/>
            <a:ext cx="32004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153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pytest · 74 tests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49039" y="6117336"/>
            <a:ext cx="246888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40480" y="6153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Test Suite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1920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Quick Start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2377440"/>
            <a:ext cx="5394960" cy="19202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29400" y="242316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  <a:latin typeface="Courier New"/>
              </a:rPr>
              <a:t>git clone github.com/GoDxVictoryRR/snapvid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267919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  <a:latin typeface="Courier New"/>
              </a:rPr>
              <a:t>cd snapvid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29400" y="29352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  <a:latin typeface="Courier New"/>
              </a:rPr>
              <a:t>pip install -r requirements.txt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9400" y="319125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  <a:latin typeface="Courier New"/>
              </a:rPr>
              <a:t>cp .env.example .env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344728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urier New"/>
              </a:rPr>
              <a:t># Edit .env with your LLM provider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9400" y="37033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8BDF8"/>
                </a:solidFill>
                <a:latin typeface="Courier New"/>
              </a:rPr>
              <a:t>python -m snapreel.server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29400" y="39593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ourier New"/>
              </a:rPr>
              <a:t># Open http://localhost:8000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4480560"/>
            <a:ext cx="5394960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452628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0B981"/>
                </a:solidFill>
                <a:latin typeface="Calibri"/>
              </a:rPr>
              <a:t>74 / 74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5349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Tests Passing · 100% Coverage of All Core Subsystems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4062984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2984" y="749808"/>
            <a:ext cx="406298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5968" y="749808"/>
            <a:ext cx="4062984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144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91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Calibri"/>
              </a:rPr>
              <a:t>Snapdragon AI Lab Challenge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10 /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097280"/>
            <a:ext cx="8503920" cy="4572000"/>
          </a:xfrm>
          <a:prstGeom prst="rect">
            <a:avLst/>
          </a:prstGeom>
          <a:solidFill>
            <a:srgbClr val="0D0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200" b="1" i="0">
                <a:solidFill>
                  <a:srgbClr val="EC4899"/>
                </a:solidFill>
                <a:latin typeface="Calibri"/>
              </a:rPr>
              <a:t>Snap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200" b="1" i="0">
                <a:solidFill>
                  <a:srgbClr val="FFFFFF"/>
                </a:solidFill>
                <a:latin typeface="Calibri"/>
              </a:rPr>
              <a:t>Vid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4320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8BDF8"/>
                </a:solidFill>
                <a:latin typeface="Calibri"/>
              </a:rPr>
              <a:t>The only offline, NPU-accelerated, privacy-first AI video maker.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429000"/>
            <a:ext cx="18288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34930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C4899"/>
                </a:solidFill>
                <a:latin typeface="Calibri"/>
              </a:rPr>
              <a:t>🌟  Free Forever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429000"/>
            <a:ext cx="18288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34930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8B5CF6"/>
                </a:solidFill>
                <a:latin typeface="Calibri"/>
              </a:rPr>
              <a:t>⚡  30 sec / video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18288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34930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0B981"/>
                </a:solidFill>
                <a:latin typeface="Calibri"/>
              </a:rPr>
              <a:t>🔒  100% On-Device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3429000"/>
            <a:ext cx="182880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9300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9E0B"/>
                </a:solidFill>
                <a:latin typeface="Calibri"/>
              </a:rPr>
              <a:t>🚀  MIT Open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160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BDF8"/>
                </a:solidFill>
                <a:latin typeface="Calibri"/>
              </a:rPr>
              <a:t>github.com/GoDxVictoryRR/snapvid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68172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Snapdragon AI Lab Challenge  ·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